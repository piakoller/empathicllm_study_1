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in one sentence: we already compare three ways of writing; the new part is that we measure whether the answer changes how certain patients are about their therapy decision, not only whether it sounds empathic.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answer two questions; the second one is new. Certainty rather than for/against, because many patients are already in therapy. SURE = validated 4-item screening test for decisional conflict (Légaré et al. 2010). Doctors get their own second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new answers and no new medical check are needed: the decision question is added to the same 60 answers. Dosimetry was dropped as an example because it is hardly done at Insel.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Arial"/>
              </a:rPr>
              <a:t>Do LLM answers change patients' decisions?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empathicLLM patient study · lab meeting 28.10.2026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07070"/>
                </a:solidFill>
                <a:latin typeface="Arial"/>
              </a:rPr>
              <a:t>Three ways the LLM writes the same answer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34747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700" b="1">
                <a:solidFill>
                  <a:srgbClr val="222222"/>
                </a:solidFill>
                <a:latin typeface="Arial"/>
              </a:rPr>
              <a:t>Clinical Only</a:t>
            </a:r>
          </a:p>
          <a:p>
            <a:pPr algn="l"/>
            <a:r>
              <a:rPr sz="1500" b="0">
                <a:solidFill>
                  <a:srgbClr val="707070"/>
                </a:solidFill>
                <a:latin typeface="Arial"/>
              </a:rPr>
              <a:t>facts only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874519"/>
            <a:ext cx="34747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700" b="1">
                <a:solidFill>
                  <a:srgbClr val="222222"/>
                </a:solidFill>
                <a:latin typeface="Arial"/>
              </a:rPr>
              <a:t>Direct Empathy</a:t>
            </a:r>
          </a:p>
          <a:p>
            <a:pPr algn="l"/>
            <a:r>
              <a:rPr sz="1500" b="0">
                <a:solidFill>
                  <a:srgbClr val="707070"/>
                </a:solidFill>
                <a:latin typeface="Arial"/>
              </a:rPr>
              <a:t>facts, warm and empathic, in one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19" y="1874519"/>
            <a:ext cx="3474720" cy="11887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1700" b="1">
                <a:solidFill>
                  <a:srgbClr val="222222"/>
                </a:solidFill>
                <a:latin typeface="Arial"/>
              </a:rPr>
              <a:t>Two-Stage</a:t>
            </a:r>
          </a:p>
          <a:p>
            <a:pPr algn="l"/>
            <a:r>
              <a:rPr sz="1500" b="0">
                <a:solidFill>
                  <a:srgbClr val="707070"/>
                </a:solidFill>
                <a:latin typeface="Arial"/>
              </a:rPr>
              <a:t>first the facts, then a warm rewrite without new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07070"/>
                </a:solidFill>
                <a:latin typeface="Arial"/>
              </a:rPr>
              <a:t>Same LLM (MedGemma 27B), same sources (Insel patient information, guidelines) – only the instruction differs.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Arial"/>
              </a:rPr>
              <a:t>Until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26280"/>
            <a:ext cx="5120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–  Is the answer clear and empathic?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Arial"/>
              </a:rPr>
              <a:t>New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526280"/>
            <a:ext cx="5212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–  Does the answer make patients more or less certain about their therapy decision?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–  Would doctors give this answer to a patient?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Arial"/>
              </a:rPr>
              <a:t>What participants answer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empathicLLM patient study · lab meeting 28.10.2026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2</a:t>
            </a:r>
          </a:p>
        </p:txBody>
      </p:sp>
      <p:pic>
        <p:nvPicPr>
          <p:cNvPr id="6" name="Picture 5" descr="3_rat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2070401" cy="44805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5989320"/>
            <a:ext cx="25276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707070"/>
                </a:solidFill>
                <a:latin typeface="Arial"/>
              </a:rPr>
              <a:t>1  Rating of the answer (A–D)</a:t>
            </a:r>
          </a:p>
        </p:txBody>
      </p:sp>
      <p:pic>
        <p:nvPicPr>
          <p:cNvPr id="8" name="Picture 7" descr="5_decisio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1417320"/>
            <a:ext cx="2070401" cy="44805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063240" y="5989320"/>
            <a:ext cx="252760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707070"/>
                </a:solidFill>
                <a:latin typeface="Arial"/>
              </a:rPr>
              <a:t>2  New: effect on the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463040"/>
            <a:ext cx="57607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After each of 10 answers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Patients: more certain … less certain about the PSMA therapy (+2 to −2)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Doctors: would you give this answer to a patient – as is / with changes / no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Before and after (patients)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SURE test: 4 yes/no questions on decisional conflict</a:t>
            </a: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Main comparison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Do Two-Stage answers make patients more certain than Clinical Only answers?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22222"/>
                </a:solidFill>
                <a:latin typeface="Arial"/>
              </a:rPr>
              <a:t>Plan and what I need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143000"/>
            <a:ext cx="10908792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empathicLLM patient study · lab meeting 28.10.2026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70707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530352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until 6 Nov  </a:t>
            </a:r>
            <a:r>
              <a:rPr sz="1600" b="0">
                <a:solidFill>
                  <a:srgbClr val="222222"/>
                </a:solidFill>
                <a:latin typeface="Arial"/>
              </a:rPr>
              <a:t>medical check of the 60 answers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9–13 Nov  </a:t>
            </a:r>
            <a:r>
              <a:rPr sz="1600" b="0">
                <a:solidFill>
                  <a:srgbClr val="222222"/>
                </a:solidFill>
                <a:latin typeface="Arial"/>
              </a:rPr>
              <a:t>test run with colleagues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222222"/>
                </a:solidFill>
                <a:latin typeface="Arial"/>
              </a:rPr>
              <a:t>16 Nov  </a:t>
            </a:r>
            <a:r>
              <a:rPr sz="1600" b="0">
                <a:solidFill>
                  <a:srgbClr val="222222"/>
                </a:solidFill>
                <a:latin typeface="Arial"/>
              </a:rPr>
              <a:t>study start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222222"/>
                </a:solidFill>
                <a:latin typeface="Arial"/>
              </a:rPr>
              <a:t>Realistic: 20–30 patients → report as a pilot study; patients and doctors analysed together as a pre-planned extra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630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Arial"/>
              </a:rPr>
              <a:t>Questions for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1206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1.  Is this the decision outcome you had in mind?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2.  May we inform the ethics committee about the added decision questions?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222222"/>
                </a:solidFill>
                <a:latin typeface="Arial"/>
              </a:rPr>
              <a:t>3.  Who is the second doctor for the medical check?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